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letter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131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5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5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2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3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8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8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8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793D-01C8-4DEF-A2F1-B2BE12BF3EF6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25961-B96B-4587-8679-F0B5293E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1924"/>
            <a:ext cx="3733800" cy="653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0" y="4495800"/>
            <a:ext cx="4572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86400" y="1066800"/>
            <a:ext cx="4572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77000" y="609600"/>
            <a:ext cx="238360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EVACUATION AREA “B”</a:t>
            </a:r>
            <a:endParaRPr lang="en-US" b="1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943600" y="794266"/>
            <a:ext cx="533400" cy="50113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77000" y="4027868"/>
            <a:ext cx="236417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EVACUATION AREA “A”</a:t>
            </a:r>
            <a:endParaRPr lang="en-US" b="1" dirty="0"/>
          </a:p>
        </p:txBody>
      </p:sp>
      <p:cxnSp>
        <p:nvCxnSpPr>
          <p:cNvPr id="12" name="Straight Arrow Connector 11"/>
          <p:cNvCxnSpPr>
            <a:endCxn id="4" idx="3"/>
          </p:cNvCxnSpPr>
          <p:nvPr/>
        </p:nvCxnSpPr>
        <p:spPr>
          <a:xfrm flipH="1">
            <a:off x="5029200" y="4212534"/>
            <a:ext cx="1447800" cy="5118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Dorothy\AppData\Local\Microsoft\Windows\INetCache\IE\46Z80YCV\fire-hydrant-1480355627g84[1]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66" b="95391" l="10000" r="771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17" t="6779" r="24366" b="3785"/>
          <a:stretch/>
        </p:blipFill>
        <p:spPr bwMode="auto">
          <a:xfrm>
            <a:off x="3124200" y="466431"/>
            <a:ext cx="304800" cy="6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C:\Users\Dorothy\AppData\Local\Microsoft\Windows\INetCache\IE\46Z80YCV\fire-hydrant-1480355627g84[1]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66" b="95391" l="10000" r="771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17" t="6779" r="24366" b="3785"/>
          <a:stretch/>
        </p:blipFill>
        <p:spPr bwMode="auto">
          <a:xfrm>
            <a:off x="5029200" y="281765"/>
            <a:ext cx="304800" cy="6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C:\Users\Dorothy\AppData\Local\Microsoft\Windows\INetCache\IE\46Z80YCV\fire-hydrant-1480355627g84[1]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66" b="95391" l="10000" r="771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17" t="6779" r="24366" b="3785"/>
          <a:stretch/>
        </p:blipFill>
        <p:spPr bwMode="auto">
          <a:xfrm>
            <a:off x="3279820" y="3556864"/>
            <a:ext cx="304800" cy="6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52400" y="466431"/>
            <a:ext cx="19149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EVACUATION </a:t>
            </a:r>
          </a:p>
          <a:p>
            <a:pPr algn="ctr"/>
            <a:r>
              <a:rPr lang="en-US" sz="2400" b="1" dirty="0" smtClean="0"/>
              <a:t>AREAS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5061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</Words>
  <Application>Microsoft Office PowerPoint</Application>
  <PresentationFormat>Letter Paper (8.5x11 in)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</dc:creator>
  <cp:lastModifiedBy>Richard</cp:lastModifiedBy>
  <cp:revision>3</cp:revision>
  <dcterms:created xsi:type="dcterms:W3CDTF">2024-02-13T13:56:22Z</dcterms:created>
  <dcterms:modified xsi:type="dcterms:W3CDTF">2024-02-13T15:05:38Z</dcterms:modified>
</cp:coreProperties>
</file>