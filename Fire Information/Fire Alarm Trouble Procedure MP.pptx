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601200"/>
  <p:notesSz cx="7102475" cy="9037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>
        <p:scale>
          <a:sx n="80" d="100"/>
          <a:sy n="80" d="100"/>
        </p:scale>
        <p:origin x="-1662" y="-72"/>
      </p:cViewPr>
      <p:guideLst>
        <p:guide orient="horz" pos="3024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982596"/>
            <a:ext cx="5829300" cy="205803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440680"/>
            <a:ext cx="480060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1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8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169661"/>
            <a:ext cx="5829300" cy="190690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069399"/>
            <a:ext cx="5829300" cy="210026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240281"/>
            <a:ext cx="3028950" cy="63363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240281"/>
            <a:ext cx="3028950" cy="63363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2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49158"/>
            <a:ext cx="3030141" cy="89566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044825"/>
            <a:ext cx="3030141" cy="55318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149158"/>
            <a:ext cx="3031331" cy="89566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044825"/>
            <a:ext cx="3031331" cy="55318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8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7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82270"/>
            <a:ext cx="2256235" cy="162687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82271"/>
            <a:ext cx="3833813" cy="819435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09141"/>
            <a:ext cx="2256235" cy="6567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1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720840"/>
            <a:ext cx="4114800" cy="79343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57885"/>
            <a:ext cx="4114800" cy="57607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514273"/>
            <a:ext cx="4114800" cy="11268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2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8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84494"/>
            <a:ext cx="1543050" cy="81921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84494"/>
            <a:ext cx="4514850" cy="819213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1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84493"/>
            <a:ext cx="617220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40281"/>
            <a:ext cx="6172200" cy="6336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898891"/>
            <a:ext cx="160020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3F245-AD3D-417B-8689-E84D549D3A8C}" type="datetimeFigureOut">
              <a:rPr lang="en-US" smtClean="0"/>
              <a:t>2/3/24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898891"/>
            <a:ext cx="217170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898891"/>
            <a:ext cx="160020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75F30-3C26-4421-BB69-0232054728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4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228600"/>
            <a:ext cx="3527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FIRE ALARM TROUBLE </a:t>
            </a:r>
            <a:r>
              <a:rPr lang="en-US" b="1" dirty="0" smtClean="0"/>
              <a:t>PROCEDURE</a:t>
            </a:r>
          </a:p>
          <a:p>
            <a:pPr algn="ctr"/>
            <a:r>
              <a:rPr lang="en-US" b="1" dirty="0" smtClean="0"/>
              <a:t>MAIN PANEL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" t="27048" b="45333"/>
          <a:stretch/>
        </p:blipFill>
        <p:spPr>
          <a:xfrm>
            <a:off x="1278558" y="2058785"/>
            <a:ext cx="4336492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800" y="987518"/>
            <a:ext cx="6290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 message on the screen like below means there is a problem with the fire alarm system. The panel will be sounding an alarm. </a:t>
            </a:r>
          </a:p>
          <a:p>
            <a:pPr algn="ctr"/>
            <a:r>
              <a:rPr lang="en-US" sz="1600" b="1" dirty="0" smtClean="0"/>
              <a:t>To silence the panel do the following.</a:t>
            </a:r>
            <a:endParaRPr lang="en-US" sz="16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9021" y="4987913"/>
            <a:ext cx="6516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Open the panel.</a:t>
            </a:r>
            <a:endParaRPr lang="en-US" sz="1600" b="1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2497775" y="9068695"/>
            <a:ext cx="18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TURN PAGE OVER</a:t>
            </a: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0" t="27048" b="45333"/>
          <a:stretch/>
        </p:blipFill>
        <p:spPr>
          <a:xfrm>
            <a:off x="1260754" y="6097385"/>
            <a:ext cx="4336492" cy="2651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1629" y="5284010"/>
            <a:ext cx="6516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The “ACK 1” key will </a:t>
            </a:r>
            <a:r>
              <a:rPr lang="en-US" sz="1600" b="1" dirty="0" smtClean="0"/>
              <a:t>be lite </a:t>
            </a:r>
            <a:r>
              <a:rPr lang="en-US" sz="1600" b="1" dirty="0" smtClean="0"/>
              <a:t>up. </a:t>
            </a:r>
          </a:p>
          <a:p>
            <a:pPr algn="ctr"/>
            <a:r>
              <a:rPr lang="en-US" sz="1600" b="1" dirty="0" smtClean="0"/>
              <a:t>Press the “ACK 1” key and the panel should go quiet.</a:t>
            </a:r>
          </a:p>
        </p:txBody>
      </p:sp>
      <p:sp>
        <p:nvSpPr>
          <p:cNvPr id="15" name="Oval 14"/>
          <p:cNvSpPr/>
          <p:nvPr/>
        </p:nvSpPr>
        <p:spPr>
          <a:xfrm>
            <a:off x="3428999" y="7940040"/>
            <a:ext cx="822960" cy="82296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2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96208" y="228600"/>
            <a:ext cx="3065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TROUBLE ALARM </a:t>
            </a:r>
            <a:r>
              <a:rPr lang="en-US" b="1" dirty="0" smtClean="0"/>
              <a:t>PROCEDURE</a:t>
            </a:r>
          </a:p>
          <a:p>
            <a:pPr algn="ctr"/>
            <a:r>
              <a:rPr lang="en-US" b="1" dirty="0" smtClean="0"/>
              <a:t>MAIN PANEL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69503" y="990600"/>
            <a:ext cx="49189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The trouble message will remain on the screen.</a:t>
            </a:r>
          </a:p>
          <a:p>
            <a:pPr algn="ctr"/>
            <a:endParaRPr lang="en-US" sz="1600" b="1" dirty="0" smtClean="0"/>
          </a:p>
          <a:p>
            <a:pPr algn="ctr"/>
            <a:r>
              <a:rPr lang="en-US" sz="1600" b="1" dirty="0" smtClean="0"/>
              <a:t>Go </a:t>
            </a:r>
            <a:r>
              <a:rPr lang="en-US" sz="1600" b="1" dirty="0" smtClean="0"/>
              <a:t>to </a:t>
            </a:r>
            <a:r>
              <a:rPr lang="en-US" sz="1600" b="1" dirty="0" smtClean="0"/>
              <a:t>the security </a:t>
            </a:r>
            <a:r>
              <a:rPr lang="en-US" sz="1600" b="1" dirty="0" smtClean="0"/>
              <a:t>system key pad at door D-3.</a:t>
            </a:r>
          </a:p>
          <a:p>
            <a:pPr algn="ctr"/>
            <a:endParaRPr lang="en-US" sz="1600" b="1" dirty="0" smtClean="0"/>
          </a:p>
          <a:p>
            <a:pPr algn="ctr"/>
            <a:r>
              <a:rPr lang="en-US" sz="1600" b="1" dirty="0" smtClean="0"/>
              <a:t>Press The “    ACK” button to silence the security panels.</a:t>
            </a:r>
          </a:p>
          <a:p>
            <a:pPr algn="ctr"/>
            <a:endParaRPr lang="en-US" sz="1600" b="1" dirty="0" smtClean="0"/>
          </a:p>
          <a:p>
            <a:pPr algn="ctr"/>
            <a:r>
              <a:rPr lang="en-US" sz="1600" b="1" dirty="0" smtClean="0"/>
              <a:t>The </a:t>
            </a:r>
            <a:r>
              <a:rPr lang="en-US" sz="1600" b="1" dirty="0" smtClean="0"/>
              <a:t>yellow trouble light will remain 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11" r="8684" b="14180"/>
          <a:stretch/>
        </p:blipFill>
        <p:spPr>
          <a:xfrm>
            <a:off x="1179217" y="3559199"/>
            <a:ext cx="4389121" cy="3146401"/>
          </a:xfrm>
          <a:prstGeom prst="rect">
            <a:avLst/>
          </a:prstGeom>
        </p:spPr>
      </p:pic>
      <p:pic>
        <p:nvPicPr>
          <p:cNvPr id="1026" name="Picture 2" descr="C:\Users\Dorothy\AppData\Local\Microsoft\Windows\INetCache\IE\IPU8C5BN\Check_mark_23x20_02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201215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/>
          <p:cNvSpPr/>
          <p:nvPr/>
        </p:nvSpPr>
        <p:spPr>
          <a:xfrm>
            <a:off x="1260754" y="4815187"/>
            <a:ext cx="1150261" cy="48420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053840" y="4869839"/>
            <a:ext cx="365760" cy="36576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3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117</Words>
  <Application>Microsoft Office PowerPoint</Application>
  <PresentationFormat>Custom</PresentationFormat>
  <Paragraphs>17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</dc:creator>
  <cp:lastModifiedBy>Richard</cp:lastModifiedBy>
  <cp:revision>10</cp:revision>
  <cp:lastPrinted>2024-02-02T21:40:14Z</cp:lastPrinted>
  <dcterms:created xsi:type="dcterms:W3CDTF">2024-02-02T20:26:15Z</dcterms:created>
  <dcterms:modified xsi:type="dcterms:W3CDTF">2024-02-03T17:37:31Z</dcterms:modified>
</cp:coreProperties>
</file>